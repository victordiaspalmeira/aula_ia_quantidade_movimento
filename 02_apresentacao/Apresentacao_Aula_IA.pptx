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C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A4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7373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FÍSICA  ·  1º ANO DO ENSINO MÉDIO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Quantidade de Movimento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Linear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interativa  ·  50 minutos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5303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Victor Palmeira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7150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Elaborado com apoio de IA  ·  Revisão e validação finais: professor Victor Palmeira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—  OBJETIVOS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aprender hoje?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DE9E1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554480"/>
            <a:ext cx="109728" cy="868680"/>
          </a:xfrm>
          <a:prstGeom prst="roundRect">
            <a:avLst>
              <a:gd name="adj" fmla="val 33333"/>
            </a:avLst>
          </a:prstGeom>
          <a:solidFill>
            <a:srgbClr val="E85A4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556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5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011680" y="1783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quantidade de movimento e identificar suas grandezas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DE9E1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06040"/>
            <a:ext cx="109728" cy="868680"/>
          </a:xfrm>
          <a:prstGeom prst="roundRect">
            <a:avLst>
              <a:gd name="adj" fmla="val 33333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8072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011680" y="2834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a fórmula  p = m · v  em situações simples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DE9E1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657600"/>
            <a:ext cx="109728" cy="868680"/>
          </a:xfrm>
          <a:prstGeom prst="roundRect">
            <a:avLst>
              <a:gd name="adj" fmla="val 33333"/>
            </a:avLst>
          </a:prstGeom>
          <a:solidFill>
            <a:srgbClr val="0F2C59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858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011680" y="3886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Compreender o caráter vetorial da quantidade de movimento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DE9E1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4709160"/>
            <a:ext cx="109728" cy="868680"/>
          </a:xfrm>
          <a:prstGeom prst="roundRect">
            <a:avLst>
              <a:gd name="adj" fmla="val 33333"/>
            </a:avLst>
          </a:prstGeom>
          <a:solidFill>
            <a:srgbClr val="E9C46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9103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011680" y="49377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Relacionar o conceito a situações do cotidiano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—  PROBLEMATIZAÇÃO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Situação-problema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Imagine duas situações: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03520" cy="2743200"/>
          </a:xfrm>
          <a:prstGeom prst="roundRect">
            <a:avLst>
              <a:gd name="adj" fmla="val 3333"/>
            </a:avLst>
          </a:prstGeom>
          <a:solidFill>
            <a:srgbClr val="EDE9E1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2148840"/>
            <a:ext cx="502920" cy="502920"/>
          </a:xfrm>
          <a:prstGeom prst="ellipse">
            <a:avLst/>
          </a:prstGeom>
          <a:solidFill>
            <a:srgbClr val="E85A4F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29260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no patinete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movendo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devagar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309360" y="1920240"/>
            <a:ext cx="5303520" cy="2743200"/>
          </a:xfrm>
          <a:prstGeom prst="roundRect">
            <a:avLst>
              <a:gd name="adj" fmla="val 3333"/>
            </a:avLst>
          </a:prstGeom>
          <a:solidFill>
            <a:srgbClr val="EDE9E1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0" y="2148840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83680" y="29260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pessoa no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patinete se movendo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rápido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48640" y="5029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E85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torna mais difícil parar o patinete?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—  CONCEITO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Quantidade de Movimento?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Também chamada de momento linear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1064240" cy="2194560"/>
          </a:xfrm>
          <a:prstGeom prst="roundRect">
            <a:avLst>
              <a:gd name="adj" fmla="val 4167"/>
            </a:avLst>
          </a:prstGeom>
          <a:solidFill>
            <a:srgbClr val="0F2C5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3317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Grandeza vetorial definida por p⃗ = m·v⃗.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0584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 da massa e da velocidade do corpo.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5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outra grandeza constante, maior massa ou rapidez aumenta |p|.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—  FÓRMULA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fórmula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926080" y="1554480"/>
            <a:ext cx="6309360" cy="1371600"/>
          </a:xfrm>
          <a:prstGeom prst="roundRect">
            <a:avLst>
              <a:gd name="adj" fmla="val 8000"/>
            </a:avLst>
          </a:prstGeom>
          <a:solidFill>
            <a:srgbClr val="0F2C59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173736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p⃗  =  m  ·  v⃗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E85A4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2918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01168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quantidade de movimento (momento linear)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06908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069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011680" y="4160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massa do corpo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484632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F2C59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84632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011680" y="49377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velocidade do corpo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—  UNIDADE E CARÁTER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GRANDEZAS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Unidade e caráter vetorial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0F2C59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UNIDADE (SI)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kg · m/s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14400" y="338328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Quilograma metro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segundo.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da unidade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massa pela unidade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velocidade.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CARÁTER VETORIAL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25603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direção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sentido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583680" y="365760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Aponta na mesma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0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direção e sentido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0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velocidade.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0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velocidade muda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0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sentido, p também muda.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—  COTIDIANO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Exemplos do cotidiano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DE9E1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463040"/>
            <a:ext cx="128016" cy="1280160"/>
          </a:xfrm>
          <a:prstGeom prst="roundRect">
            <a:avLst>
              <a:gd name="adj" fmla="val 28571"/>
            </a:avLst>
          </a:prstGeom>
          <a:solidFill>
            <a:srgbClr val="E85A4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645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5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Bola de futebol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Leve, mas chutada com alta velocidade — pode ter quantidade de movimento surpreendente.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92608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DE9E1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926080"/>
            <a:ext cx="128016" cy="1280160"/>
          </a:xfrm>
          <a:prstGeom prst="roundRect">
            <a:avLst>
              <a:gd name="adj" fmla="val 28571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108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Caminhão vs. moto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3566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massa maior, sozinha, não garante maior |p|: considere também a velocidade.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3891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DE9E1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4389120"/>
            <a:ext cx="128016" cy="1280160"/>
          </a:xfrm>
          <a:prstGeom prst="roundRect">
            <a:avLst>
              <a:gd name="adj" fmla="val 28571"/>
            </a:avLst>
          </a:prstGeom>
          <a:solidFill>
            <a:srgbClr val="0F2C59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correndo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5029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aumentar a velocidade, a quantidade de movimento aumenta (massa constante).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—  EXEMPLO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resolvido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bola de 0,4 kg se move com velocidade de 8 m/s.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sua quantidade de movimento?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5303520" cy="3200400"/>
          </a:xfrm>
          <a:prstGeom prst="roundRect">
            <a:avLst>
              <a:gd name="adj" fmla="val 2857"/>
            </a:avLst>
          </a:prstGeom>
          <a:solidFill>
            <a:srgbClr val="EDE9E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651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5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2004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= 0,4 kg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= 8 m/s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17920" y="2377440"/>
            <a:ext cx="5394960" cy="3200400"/>
          </a:xfrm>
          <a:prstGeom prst="roundRect">
            <a:avLst>
              <a:gd name="adj" fmla="val 2857"/>
            </a:avLst>
          </a:prstGeom>
          <a:solidFill>
            <a:srgbClr val="0F2C59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6517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RESOLUÇÃO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320040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 · v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0,4 × 8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3,2 kg·m/s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—  EXEMPLO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— caráter vetorial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carrinho de 2 kg se move para a direita com 3 m/s.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passa a se mover para a esquerda com a mesma velocidade.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EDE9E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módulo continua o mesmo (6 kg·m/s), mas o sentido se inverte.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023360"/>
            <a:ext cx="11064240" cy="1645920"/>
          </a:xfrm>
          <a:prstGeom prst="roundRect">
            <a:avLst>
              <a:gd name="adj" fmla="val 5556"/>
            </a:avLst>
          </a:prstGeom>
          <a:solidFill>
            <a:srgbClr val="E85A4F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4251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importante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47091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quantidade de movimento tem a mesma direção e o mesmo sentido da velocidade.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velocidade muda de sentido, a quantidade de movimento também muda.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—  PRÁTICA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 da prática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rgbClr val="E85A4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6459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os casos A, B e C da folha de atividade.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548640" cy="5486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5146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 p = m·v e compare os resultados.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E85A4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3832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não é força nem determina, sozinho, a distância de frenagem.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48640" cy="5486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2519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Converse com um colega.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 versões diferenciadas dos materiais para os dois perfis de estudantes.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—  EXERCÍCIOS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é sua vez (8 minutos).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394960" cy="3657600"/>
          </a:xfrm>
          <a:prstGeom prst="roundRect">
            <a:avLst>
              <a:gd name="adj" fmla="val 3000"/>
            </a:avLst>
          </a:prstGeom>
          <a:solidFill>
            <a:srgbClr val="0F2C59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PADRÃO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questões objetivas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questões de cálculo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questão discursiva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394960" cy="3657600"/>
          </a:xfrm>
          <a:prstGeom prst="roundRect">
            <a:avLst>
              <a:gd name="adj" fmla="val 3000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TDAH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310896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Mesmo conteúdo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Instruções mais curtas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Etapas bem definidas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—  SÍNTESE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levamos desta aula?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640080" cy="640080"/>
          </a:xfrm>
          <a:prstGeom prst="ellipse">
            <a:avLst/>
          </a:prstGeom>
          <a:solidFill>
            <a:srgbClr val="E85A4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63040" y="16642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m·v é um vetor que descreve o movimento do corpo.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640080" cy="64008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63040" y="271576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Módulo: |p| = m·|v|   (unidade: kg·m/s)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640080" cy="640080"/>
          </a:xfrm>
          <a:prstGeom prst="ellipse">
            <a:avLst/>
          </a:prstGeom>
          <a:solidFill>
            <a:srgbClr val="0F2C59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376732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grandeza vetorial — tem direção e sentido.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640080" cy="640080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709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463040" y="48188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Aparece em muitas situações do nosso dia a dia.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—  FECHAMENTO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922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/  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19695" y="64922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próxima aula vamos conectar a quantidade de movimento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ideia de conservação — um dos princípios mais importantes da Física.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F2C5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3832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Dúvidas?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05840" y="4023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é o momento de esclarecer qualquer ponto que tenha ficado em aberto.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Pergunte, comente ou compartilhe um exemplo do seu dia a dia.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C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5A4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e transparência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Victor Palmeira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Inteligência Artificial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Produzido com apoio de Inteligência Artificial.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pela revisão e validação pedagógica final: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C8D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professor Victor Palmeira.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5303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Referências: BNCC · Halliday/Resnick · Materiais didáticos de Física EM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Quantidade de Movimento</dc:title>
  <dc:subject>PptxGenJS Presentation</dc:subject>
  <dc:creator>Victor Palmeira</dc:creator>
  <cp:lastModifiedBy>Victor Palmeira</cp:lastModifiedBy>
  <cp:revision>1</cp:revision>
  <dcterms:created xsi:type="dcterms:W3CDTF">2026-10-23T15:15:20Z</dcterms:created>
  <dcterms:modified xsi:type="dcterms:W3CDTF">2026-10-23T15:15:20Z</dcterms:modified>
</cp:coreProperties>
</file>