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\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0</TotalTime>
  <Words>855</Words>
  <Application>Microsoft Office PowerPoint</Application>
  <PresentationFormat>Widescreen</PresentationFormat>
  <Paragraphs>170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Quantidade de Movimento</dc:title>
  <dc:subject>PptxGenJS Presentation</dc:subject>
  <dc:creator>Victor Palmeira</dc:creator>
  <cp:lastModifiedBy>victordiaspalmeira@gmail.com</cp:lastModifiedBy>
  <cp:revision>3</cp:revision>
  <dcterms:created xsi:type="dcterms:W3CDTF">2026-10-23T15:15:20Z</dcterms:created>
  <dcterms:modified xsi:type="dcterms:W3CDTF">2026-10-23T23:03:18Z</dcterms:modified>
</cp:coreProperties>
</file>

<file path=ppt\_rels\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\notesMasters\_rels\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\notesMasters\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3730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\notesSlides\_rels\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\notesSlides\_rels\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\notesSlides\_rels\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\notesSlides\_rels\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\notesSlides\_rels\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\notesSlides\_rels\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\notesSlides\_rels\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\notesSlides\_rels\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\notesSlides\_rels\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\notesSlides\_rels\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\notesSlides\_rels\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\notesSlides\_rels\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\notesSlides\_rels\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\notesSlides\_rels\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\notesSlides\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\slideLayouts\_rels\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\slides\_rels\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\slides\_rels\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\slides\_rels\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\slides\_rels\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\slides\_rels\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\slides\_rels\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\slides\_rels\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\slides\_rels\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\slides\_rels\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\slides\_rels\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\slides\_rels\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\slides\_rels\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\slides\_rels\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A4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7373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FÍSICA  ·  1º ANO DO ENSINO MÉDIO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Quantidade de Movimento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Linear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8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interativa  ·  50 minutos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303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Victor Palmeira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7150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Elaborado com apoio de IA  ·  Revisão e validação finais: professor Victor Palmeira</a:t>
            </a:r>
            <a:endParaRPr lang="en-US" sz="1300" dirty="0"/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—  OBJETIVOS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aprender hoje?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DE9E1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554480"/>
            <a:ext cx="109728" cy="868680"/>
          </a:xfrm>
          <a:prstGeom prst="roundRect">
            <a:avLst>
              <a:gd name="adj" fmla="val 33333"/>
            </a:avLst>
          </a:prstGeom>
          <a:solidFill>
            <a:srgbClr val="E85A4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556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01168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quantidade de movimento: p = m·v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DE9E1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06040"/>
            <a:ext cx="109728" cy="868680"/>
          </a:xfrm>
          <a:prstGeom prst="roundRect">
            <a:avLst>
              <a:gd name="adj" fmla="val 33333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8072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011680" y="2834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o módulo e indicar a unidade (kg·m/s)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DE9E1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657600"/>
            <a:ext cx="109728" cy="868680"/>
          </a:xfrm>
          <a:prstGeom prst="roundRect">
            <a:avLst>
              <a:gd name="adj" fmla="val 33333"/>
            </a:avLst>
          </a:prstGeom>
          <a:solidFill>
            <a:srgbClr val="0F2C59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858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011680" y="3886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Relacionar direção e sentido de p ao vetor velocidade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DE9E1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4709160"/>
            <a:ext cx="109728" cy="868680"/>
          </a:xfrm>
          <a:prstGeom prst="roundRect">
            <a:avLst>
              <a:gd name="adj" fmla="val 33333"/>
            </a:avLst>
          </a:prstGeom>
          <a:solidFill>
            <a:srgbClr val="E9C46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9103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011680" y="49377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Reconhecer só a ideia de conservação em sistema isolado.</a:t>
            </a:r>
            <a:endParaRPr lang="en-US" sz="1800" dirty="0"/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—  PROBLEMATIZAÇÃO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Situação-problema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dois carrinhos: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03520" cy="2743200"/>
          </a:xfrm>
          <a:prstGeom prst="roundRect">
            <a:avLst>
              <a:gd name="adj" fmla="val 3333"/>
            </a:avLst>
          </a:prstGeom>
          <a:solidFill>
            <a:srgbClr val="EDE9E1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148840"/>
            <a:ext cx="502920" cy="502920"/>
          </a:xfrm>
          <a:prstGeom prst="ellipse">
            <a:avLst/>
          </a:prstGeom>
          <a:solidFill>
            <a:srgbClr val="E85A4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29260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Massa: 2 kg
Velocidade: 3 m/s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309360" y="1920240"/>
            <a:ext cx="5303520" cy="2743200"/>
          </a:xfrm>
          <a:prstGeom prst="roundRect">
            <a:avLst>
              <a:gd name="adj" fmla="val 3333"/>
            </a:avLst>
          </a:prstGeom>
          <a:solidFill>
            <a:srgbClr val="EDE9E1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0" y="214884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29260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Massa: 4 kg
Velocidade: 3 m/s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48640" y="5029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massa afeta |p| com a rapidez igual?</a:t>
            </a:r>
            <a:endParaRPr lang="en-US" sz="2000" dirty="0"/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— 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Quantidade de Movimento?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 chamada de momento linear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1064240" cy="2194560"/>
          </a:xfrm>
          <a:prstGeom prst="roundRect">
            <a:avLst>
              <a:gd name="adj" fmla="val 4167"/>
            </a:avLst>
          </a:prstGeom>
          <a:solidFill>
            <a:srgbClr val="0F2C5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331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Grandeza vetorial definida por p⃗ = m·v⃗.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0584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da massa e da velocidade do corpo.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outra grandeza constante, maior massa ou rapidez aumenta |p|.</a:t>
            </a:r>
            <a:endParaRPr lang="en-US" sz="1800" dirty="0"/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—  FÓRMULA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fórmula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926080" y="1554480"/>
            <a:ext cx="6309360" cy="1371600"/>
          </a:xfrm>
          <a:prstGeom prst="roundRect">
            <a:avLst>
              <a:gd name="adj" fmla="val 8000"/>
            </a:avLst>
          </a:prstGeom>
          <a:solidFill>
            <a:srgbClr val="0F2C59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173736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p⃗  =  m  ·  v⃗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E85A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291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01168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quantidade de movimento (momento linear)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0690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069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011680" y="4160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 do corpo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484632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F2C59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8463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011680" y="49377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velocidade do corpo</a:t>
            </a:r>
            <a:endParaRPr lang="en-US" sz="2000" dirty="0"/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—  UNIDADE E CARÁTER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GRANDEZAS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 e caráter vetorial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0F2C5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 (SI)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kg · m/s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14400" y="338328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Quilograma metro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segundo.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da unidade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massa pela unidade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velocidade.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CARÁTER VETORIAL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25603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direção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sentido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583680" y="365760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Aponta na mesma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direção e sentido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velocidade.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velocidade muda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sentido, p também muda.</a:t>
            </a:r>
            <a:endParaRPr lang="en-US" sz="1600" dirty="0"/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—  COTIDIANO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Exemplos do cotidiano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DE9E1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463040"/>
            <a:ext cx="128016" cy="1280160"/>
          </a:xfrm>
          <a:prstGeom prst="roundRect">
            <a:avLst>
              <a:gd name="adj" fmla="val 28571"/>
            </a:avLst>
          </a:prstGeom>
          <a:solidFill>
            <a:srgbClr val="E85A4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645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de futebol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sentido, a mesma bola a 20 m/s tem o dobro de |p| que a 10 m/s.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92608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DE9E1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926080"/>
            <a:ext cx="128016" cy="1280160"/>
          </a:xfrm>
          <a:prstGeom prst="roundRect">
            <a:avLst>
              <a:gd name="adj" fmla="val 28571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108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Carrinhos A/B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3566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 m/s, 2 kg têm |p| = 6; 4 kg têm |p| = 12 kg·m/s.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DE9E1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389120"/>
            <a:ext cx="128016" cy="1280160"/>
          </a:xfrm>
          <a:prstGeom prst="roundRect">
            <a:avLst>
              <a:gd name="adj" fmla="val 28571"/>
            </a:avLst>
          </a:prstGeom>
          <a:solidFill>
            <a:srgbClr val="0F2C59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correndo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5029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inverter a velocidade, o vetor quantidade de movimento inverte o sentido.</a:t>
            </a:r>
            <a:endParaRPr lang="en-US" sz="1600" dirty="0"/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—  EXEMPLO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resolvido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bola de 0,4 kg se move com velocidade de 20 m/s.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sua quantidade de movimento?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5303520" cy="3200400"/>
          </a:xfrm>
          <a:prstGeom prst="roundRect">
            <a:avLst>
              <a:gd name="adj" fmla="val 2857"/>
            </a:avLst>
          </a:prstGeom>
          <a:solidFill>
            <a:srgbClr val="EDE9E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51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= 0,4 kg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= 20 m/s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17920" y="2377440"/>
            <a:ext cx="5394960" cy="3200400"/>
          </a:xfrm>
          <a:prstGeom prst="roundRect">
            <a:avLst>
              <a:gd name="adj" fmla="val 2857"/>
            </a:avLst>
          </a:prstGeom>
          <a:solidFill>
            <a:srgbClr val="0F2C59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6517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320040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 · v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0,4 × 20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8 kg·m/s</a:t>
            </a:r>
            <a:endParaRPr lang="en-US" sz="2200" dirty="0"/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—  EXEMPLO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— caráter vetorial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carrinho de 2 kg se move para a direita com 3 m/s.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passa a se mover para a esquerda com a mesma velocidade.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EDE9E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módulo continua o mesmo (6 kg·m/s), mas o sentido se inverte.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023360"/>
            <a:ext cx="11064240" cy="1645920"/>
          </a:xfrm>
          <a:prstGeom prst="roundRect">
            <a:avLst>
              <a:gd name="adj" fmla="val 5556"/>
            </a:avLst>
          </a:prstGeom>
          <a:solidFill>
            <a:srgbClr val="E85A4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4251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importante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47091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quantidade de movimento tem a mesma direção e o mesmo sentido da velocidade.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velocidade muda de sentido, a quantidade de movimento também muda.</a:t>
            </a:r>
            <a:endParaRPr lang="en-US" sz="1600" dirty="0"/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— 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guiada · 7 min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rgbClr val="E85A4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6459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 p nos casos A, B e C da atividade.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548640" cy="5486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5146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os casos: só uma grandeza muda por vez.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E85A4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não é força e não determina sozinho a distância de frenagem.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2519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Conversem sobre os resultados.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versões diferenciadas dos materiais para os dois perfis de estudantes.</a:t>
            </a:r>
            <a:endParaRPr lang="en-US" sz="1500" dirty="0"/>
          </a:p>
        </p:txBody>
      </p:sp>
    </p:spTree>
  </p:cSld>
  <p:clrMapOvr>
    <a:masterClrMapping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—  EXERCÍCIOS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min: questões selecionadas; demais itens depois.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394960" cy="3657600"/>
          </a:xfrm>
          <a:prstGeom prst="roundRect">
            <a:avLst>
              <a:gd name="adj" fmla="val 3000"/>
            </a:avLst>
          </a:prstGeom>
          <a:solidFill>
            <a:srgbClr val="0F2C59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PADRÃO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questões objetivas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questões de cálculo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questão discursiva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394960" cy="3657600"/>
          </a:xfrm>
          <a:prstGeom prst="roundRect">
            <a:avLst>
              <a:gd name="adj" fmla="val 3000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TDAH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31089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Mesmo conteúdo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Instruções mais curtas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Etapas bem definidas</a:t>
            </a:r>
            <a:endParaRPr lang="en-US" sz="2000" dirty="0"/>
          </a:p>
        </p:txBody>
      </p:sp>
      <p:sp>
        <p:nvSpPr>
          <p:cNvPr id="13" name="Text 13"/>
          <p:cNvSpPr/>
          <p:nvPr/>
        </p:nvSpPr>
        <p:spPr>
          <a:xfrm>
            <a:off x="548640" y="6000000"/>
            <a:ext cx="64008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(Conceitual): p = m.v — grandeza vetorial, nao e forca</a:t>
            </a:r>
            <a:endParaRPr lang="en-US" sz="1400" dirty="0"/>
          </a:p>
        </p:txBody>
      </p:sp>
      <p:sp>
        <p:nvSpPr>
          <p:cNvPr id="14" name="Text 14"/>
          <p:cNvSpPr/>
          <p:nvPr/>
        </p:nvSpPr>
        <p:spPr>
          <a:xfrm>
            <a:off x="548640" y="7000000"/>
            <a:ext cx="64008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(Proporcionalidade): dobrar v com m constante dobra p</a:t>
            </a:r>
            <a:endParaRPr lang="en-US" sz="1400" dirty="0"/>
          </a:p>
        </p:txBody>
      </p:sp>
      <p:sp>
        <p:nvSpPr>
          <p:cNvPr id="15" name="Text 15"/>
          <p:cNvSpPr/>
          <p:nvPr/>
        </p:nvSpPr>
        <p:spPr>
          <a:xfrm>
            <a:off x="548640" y="8000000"/>
            <a:ext cx="64008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(Calculo SI): bola 0,4 kg x 20 m/s = 8 kg.m/s</a:t>
            </a:r>
            <a:endParaRPr lang="en-US" sz="1400" dirty="0"/>
          </a:p>
        </p:txBody>
      </p:sp>
      <p:sp>
        <p:nvSpPr>
          <p:cNvPr id="16" name="Text 16"/>
          <p:cNvSpPr/>
          <p:nvPr/>
        </p:nvSpPr>
        <p:spPr>
          <a:xfrm>
            <a:off x="548640" y="9000000"/>
            <a:ext cx="64008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(Vetorial): patinadores 50 kg x +3 m/s = +150; x -3 m/s = -150</a:t>
            </a:r>
            <a:endParaRPr lang="en-US" sz="1400" dirty="0"/>
          </a:p>
        </p:txBody>
      </p:sp>
      <p:sp>
        <p:nvSpPr>
          <p:cNvPr id="17" name="Text 17"/>
          <p:cNvSpPr/>
          <p:nvPr/>
        </p:nvSpPr>
        <p:spPr>
          <a:xfrm>
            <a:off x="548640" y="10000000"/>
            <a:ext cx="64008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(Frenagem): p nao define distancia de parada - depende de freios e atrito</a:t>
            </a:r>
            <a:endParaRPr lang="en-US" sz="1400" dirty="0"/>
          </a:p>
        </p:txBody>
      </p:sp>
    </p:spTree>
  </p:cSld>
  <p:clrMapOvr>
    <a:masterClrMapping/>
  </p:clrMapOvr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—  SÍNTESE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levamos desta aula?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E85A4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63040" y="16642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m·v é um vetor que descreve o movimento do corpo.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271576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Módulo: |p| = m·|v|   (unidade: kg·m/s)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rgbClr val="0F2C59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37673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grandeza vetorial — tem direção e sentido.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640080" cy="640080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709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463040" y="48188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isolado: p total pode se conservar (só a ideia).</a:t>
            </a:r>
            <a:endParaRPr lang="en-US" sz="1900" dirty="0"/>
          </a:p>
        </p:txBody>
      </p:sp>
    </p:spTree>
  </p:cSld>
  <p:clrMapOvr>
    <a:masterClrMapping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—  FECHAMENTO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Hoje: só a ideia de conservação em sistema isolado.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equações ou cálculos nesta aula; formalismo na próxima.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F2C5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Dúvidas?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05840" y="4023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é o momento de esclarecer qualquer ponto que tenha ficado em aberto.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Pergunte, comente ou compartilhe um exemplo do seu dia a dia.</a:t>
            </a:r>
            <a:endParaRPr lang="en-US" sz="1700" dirty="0"/>
          </a:p>
        </p:txBody>
      </p:sp>
    </p:spTree>
  </p:cSld>
  <p:clrMapOvr>
    <a:masterClrMapping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A4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e transparência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Victor Palmeira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Inteligência Artificial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Produzido com apoio de Inteligência Artificial.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pela revisão e validação pedagógica final: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professor Victor Palmeira.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5303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Referências: BNCC, Ensino Médio — Ciências da Natureza e suas Tecnologias; Halliday, Resnick &amp; Walker, Fundamentos de Física, Mecânica (edição a confirmar).</a:t>
            </a:r>
            <a:endParaRPr lang="en-US" sz="1400" dirty="0"/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\theme\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