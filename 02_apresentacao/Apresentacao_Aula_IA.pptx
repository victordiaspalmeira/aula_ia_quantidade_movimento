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3730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A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7373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FÍSICA  ·  1º ANO DO ENSINO MÉDIO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de Movimento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Linear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interativa  ·  50 minutos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 Palmeira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715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Elaborado com apoio de IA  ·  Revisão e validação finais: professor Victor Palmeira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aprender hoje?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55448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E85A4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556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01168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quantidade de movimento: p = m·v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0604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807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011680" y="2834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o módulo e indicar a unidade (kg·m/s)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65760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0F2C5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58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2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011680" y="3886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Relacionar direção e sentido de p ao vetor velocidade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70916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E9C46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03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011680" y="4937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Reconhecer só a ideia de conservação em sistema isolado.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PROBLEMATIZAÇÃO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Situação-problema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dois carrinhos: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EDE9E1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Massa: 2 kg
Velocidade: 3 m/s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EDE9E1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214884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2926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Massa: 4 kg
Velocidade: 3 m/s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5029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massa afeta |p| com a rapidez igual?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Quantidade de Movimento?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 chamada de momento linear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2194560"/>
          </a:xfrm>
          <a:prstGeom prst="roundRect">
            <a:avLst>
              <a:gd name="adj" fmla="val 4167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Grandeza vetorial definida por p⃗ = m·v⃗.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da massa e da velocidade do corpo.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outra grandeza constante, maior massa ou rapidez aumenta |p|.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FÓRMULA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0" y="155448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0F2C59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7373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p⃗  =  m  ·  v⃗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E85A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291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01168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de movimento (momento linear)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69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11680" y="4160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do corpo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84632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F2C5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46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011680" y="4937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velocidade do corpo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—  UNIDADE E CARÁTER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e caráter vetorial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0F2C5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(SI)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 · m/s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Quilograma metro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segundo.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da unidade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massa pela unidade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velocidade.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CARÁTER VETORIAL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direção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sentido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Aponta na mesma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e sentido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velocidade.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velocidade muda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sentido, p também muda.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—  COTIDIANO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 do cotidiano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46304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E85A4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45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de futebol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sentido, a mesma bola a 16 m/s tem o dobro de |p| que a 8 m/s.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92608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Carrinhos A/B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 m/s, 2 kg têm |p| = 6; 4 kg têm |p| = 12 kg·m/s.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38912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0F2C5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correndo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5029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inverter a velocidade, o vetor quantidade de movimento inverte o sentido.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—  EXEMPLO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bola de 0,4 kg se move com velocidade de 8 m/s.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sua quantidade de movimento?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EDE9E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= 0,4 kg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8 m/s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17920" y="237744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0F2C59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20040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 · v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0,4 × 8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3,2 kg·m/s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—  EXEMPLO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— caráter vetorial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carrinho de 2 kg se move para a direita com 3 m/s.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passa a se mover para a esquerda com a mesma velocidade.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DE9E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continua o mesmo (6 kg·m/s), mas o sentido se inverte.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5556"/>
            </a:avLst>
          </a:prstGeom>
          <a:solidFill>
            <a:srgbClr val="E85A4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4251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importante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709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quantidade de movimento tem a mesma direção e o mesmo sentido da velocidade.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velocidade muda de sentido, a quantidade de movimento também muda.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— 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guiada · 7 min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 p nos casos A, B e C da atividade.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514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os casos: só uma grandeza muda por vez.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não é força e não determina sozinho a distância de frenagem.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251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Conversem sobre os resultados.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versões diferenciadas dos materiais para os dois perfis de estudantes.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—  EXERCÍCIOS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min: questões selecionadas; demais itens depois.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PADRÃO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questões objetivas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questões de cálculo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questão discursiva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TDAH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Mesmo conteúdo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Instruções mais curtas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Etapas bem definidas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—  SÍNTESE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levamos desta aula?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6642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m·v é um vetor que descreve o movimento do corpo.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7157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Módulo: |p| = m·|v|   (unidade: kg·m/s)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rgbClr val="0F2C59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767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grandeza vetorial — tem direção e sentido.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640080" cy="64008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63040" y="48188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isolado: p total pode se conservar (só a ideia).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—  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Hoje: só a ideia de conservação em sistema isolado.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equações ou cálculos nesta aula; formalismo na próxima.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Dúvidas?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é o momento de esclarecer qualquer ponto que tenha ficado em aberto.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Pergunte, comente ou compartilhe um exemplo do seu dia a dia.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A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e transparência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 Palmeira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Inteligência Artificial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Produzido com apoio de Inteligência Artificial.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pela revisão e validação pedagógica final: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 Victor Palmeira.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Referências: BNCC, Ensino Médio — Ciências da Natureza e suas Tecnologias; Halliday, Resnick &amp; Walker, Fundamentos de Física, Mecânica (edição a confirmar).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855</Words>
  <Application>Microsoft Office PowerPoint</Application>
  <PresentationFormat>Widescreen</PresentationFormat>
  <Paragraphs>170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Quantidade de Movimento</dc:title>
  <dc:subject>PptxGenJS Presentation</dc:subject>
  <dc:creator>Victor Palmeira</dc:creator>
  <cp:lastModifiedBy>victordiaspalmeira@gmail.com</cp:lastModifiedBy>
  <cp:revision>3</cp:revision>
  <dcterms:created xsi:type="dcterms:W3CDTF">2026-10-23T15:15:20Z</dcterms:created>
  <dcterms:modified xsi:type="dcterms:W3CDTF">2026-10-23T23:03:18Z</dcterms:modified>
</cp:coreProperties>
</file>